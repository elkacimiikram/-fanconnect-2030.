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image" Target="../media/image-1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6A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20" kern="0" dirty="0">
                <a:solidFill>
                  <a:srgbClr val="A7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DE GÉNIE APPLIQUÉ   ·   5DLTI / SRI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2C4A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D'ÉTUDES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FanConnect 2030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intelligente de réservation de cafés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regarder les matchs — Coupe du Monde 2030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Démarche projet IT appliquée  ·  méthodologie d'encadrement IGA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10911535" cy="0"/>
          </a:xfrm>
          <a:prstGeom prst="line">
            <a:avLst/>
          </a:prstGeom>
          <a:noFill/>
          <a:ln w="9525">
            <a:solidFill>
              <a:srgbClr val="2A3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2578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A7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55046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Stagiaire 5DLTI  —  à compléter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3400" y="52578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A7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ACADÉMIQUE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43400" y="55046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Bouchib Riyami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52578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A7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55046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GM-Soft  ·  2025 /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parties, </a:t>
            </a:r>
            <a:pPr indent="0" marL="0">
              <a:buNone/>
            </a:pPr>
            <a:r>
              <a:rPr lang="en-US" sz="2800" i="1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démarche</a:t>
            </a:r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53492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53619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Démarche d'un projet 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48006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Équipe et organisation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Recherche et bibliographie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Étude de l'existant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Cahier des charges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Méthode de mise en œuvre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Analyse et conception UML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Choix des outils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Base de données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Développement applicatif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Mise en place et tests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Manuel d'utilisation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3035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53619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7830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Cinq règles de développement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22402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Dynamiser le cycle (DevOps)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ouvertes et innovantes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les processus (agile)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Découper en services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Innover : IA, options stratégiques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388620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3B5D3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40690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CONDUCTEUR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43891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de la méthodologie IGA est illustrée par un livrable réel de FanConnect 2030 — de l'équipe au manuel utilisateur.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 ·  CONTEXTE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2030 au Maroc, </a:t>
            </a:r>
            <a:pPr indent="0" marL="0">
              <a:buNone/>
            </a:pPr>
            <a:r>
              <a:rPr lang="en-US" sz="2800" i="1" dirty="0">
                <a:solidFill>
                  <a:srgbClr val="C26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sans place au café.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football est un phénomène social et économique majeur. À l'approche de la Coupe du Monde 2030, la demande de lieux pour suivre les matchs explose. Les supporters peinent à trouver un café disponible et proche ; les propriétaires n'ont pas d'outil pour gérer réservations et affluence.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54203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31821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 du Monde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Maroc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24231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254203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11880" y="31821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: Fan,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Admin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24231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254203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mois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92240" y="31821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itératif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 → Juillet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81160" y="24231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81160" y="254203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372600" y="31821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prédictive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10911535" cy="2148840"/>
          </a:xfrm>
          <a:prstGeom prst="roundRect">
            <a:avLst>
              <a:gd name="adj" fmla="val 3404"/>
            </a:avLst>
          </a:prstGeom>
          <a:solidFill>
            <a:srgbClr val="2C4A2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431596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concevoir une plateforme fiable, sécurisée et intelligente permettant aux supporters de réserver un lieu adapté pour un match, tout en aidant les établissements à anticiper l'affluence — dans le contexte de la CDM 2030 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ORGANISME D'ACCUEIL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GM-Soft — German Moroccan Software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5179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8105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 ·  SARL  ·  +10 ans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20440" y="13716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85032" y="15179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Siège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85032" y="18105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Béni Mellal, boulevard Hassan II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6060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" y="27523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30449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Casa, Rabat, Allemagne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20440" y="26060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85032" y="27523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85032" y="30449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Développement · GM-CAFE</a:t>
            </a:r>
            <a:endParaRPr lang="en-US" sz="1400" dirty="0"/>
          </a:p>
        </p:txBody>
      </p:sp>
      <p:pic>
        <p:nvPicPr>
          <p:cNvPr id="19" name="Image 0" descr="Organigramme fonctionnel GM-Sof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371600"/>
            <a:ext cx="5074920" cy="257129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" y="393192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→ Conseil &amp; SI, Développement, Données &amp; sécurité, Support. FanConnect est rattaché au pôle Développement.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4892040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: concevoir, intégrer et faire évoluer des solutions métiers (GM-ERP, GM-POS, GM-CAFE, GM-HOTEL).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DEMANDÉ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FanConnect relie match, lieu et réservation.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27432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Center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CDM, scores, groupes, classements.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1371600"/>
            <a:ext cx="27432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332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Lieux géolocalisés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2331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Cafés approuvés, carte, capacité, occupation.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1371600"/>
            <a:ext cx="27432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Réservation + Stripe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2331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8 étapes, paiement, ticket QR.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281160" y="1371600"/>
            <a:ext cx="27432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46404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6404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d'affluence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64040" y="2331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recommandations proximité.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7490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8680" y="44348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Découvrir, réserver, payer, suivre le ticket.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480560" y="37490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3B5D3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916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09160" y="44348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Établissement, occupation live, check-in QR.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321040" y="37490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54964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549640" y="44348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analytics, compétitions.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26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42316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démarche du travail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d'un projet 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Onze étapes — de l'équipe au manuel d'utilisation — appliquées à FanConnect 2030.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 ·  CHOIX DE L'ÉQUIPE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équipe courte, un rythme incrémental.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11535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371600"/>
            <a:ext cx="109728" cy="1024128"/>
          </a:xfrm>
          <a:prstGeom prst="rect">
            <a:avLst/>
          </a:prstGeom>
          <a:solidFill>
            <a:srgbClr val="C26A33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276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83080" y="151790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Stagiaire PFE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8308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Conception, développement full-stack, IA, documentation.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10911535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514600"/>
            <a:ext cx="109728" cy="1024128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7706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83080" y="266090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Encadrant académique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83080" y="3017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Bouchib Riyami — méthodologie, UML, validation scientifique.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657600"/>
            <a:ext cx="109728" cy="1024128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9136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83080" y="380390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Encadrant professionnel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83080" y="4160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GM-Soft — architecture, sécurité, lien métier GM-CAFE.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800600"/>
            <a:ext cx="10911535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800600"/>
            <a:ext cx="109728" cy="1024128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0566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783080" y="494690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Pilotage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83080" y="5303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2 semaines, revues, démos Match Center / réservation / IA.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 ·  PLANNING DE TRAVAIL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Diagramme de Gantt — Avril → Juillet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pic>
        <p:nvPicPr>
          <p:cNvPr id="7" name="Image 0" descr="Gantt FanConnect 203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298448"/>
            <a:ext cx="87782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 ·  RECHERCHE ET BIBLIOGRAPHIE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Limiter le projet, clarifier le besoin.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Périmètre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0116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full-stack : matchs, cafés, réservation, paiement test, prédiction d'occupation. Hors mobile natif et production Stripe live.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36008" y="20116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Réserver un lieu adapté pour un match, tout en anticipant l'affluence côté établissement.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Besoins fonctionnels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0768" y="20116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JWT, Match Center, recherche, wizard, Stripe, recos, IA, dashboards Owner / Admin.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Besoins non fonctionnels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43434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Sécurité, API &lt; 2 s, Docker, Flyway, UI responsive, OpenAPI.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3484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36008" y="43434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GM-CAFE (métier café), encadrants, docs Spring / React / Stripe, bibliographie UML et Scrum.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interne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30768" y="43434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avec GM-Soft : livrable démontrable, architecture maintenable, lien restauration.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 ·  ÉTUDE DE L'EXISTANT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Rien n'unit match + café + IA.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53312"/>
            <a:ext cx="10911535" cy="45720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533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proche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13533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0" y="13533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pour FanConnect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10911535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745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TheFork / OpenTable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18745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resto mature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55280" y="187452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calendrier sport ni affluence match-day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11535" cy="713232"/>
          </a:xfrm>
          <a:prstGeom prst="rect">
            <a:avLst/>
          </a:prstGeom>
          <a:solidFill>
            <a:srgbClr val="E8DFC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Billetterie stade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265176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d'événement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55280" y="265176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les cafés de diffusion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429000"/>
            <a:ext cx="10911535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42900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Facebook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23360" y="342900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déjà adopté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55280" y="342900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Artisanal : pas d'occupation, pas de paiement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206240"/>
            <a:ext cx="10911535" cy="713232"/>
          </a:xfrm>
          <a:prstGeom prst="rect">
            <a:avLst/>
          </a:prstGeom>
          <a:solidFill>
            <a:srgbClr val="E8DFC8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2062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de cafés isolés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23360" y="42062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du lieu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55280" y="420624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Silos, pas de vision multi-établissements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07492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Critique : pas d'intégration calendrier football + géolocalisation + occupation prédictive. FanConnect comble ce vide.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 ·  CAHIER DES CHARGES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Objectifs, exigences, public, durée.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98448"/>
          <a:ext cx="7589520" cy="4937760"/>
        </p:xfrm>
        <a:graphic>
          <a:graphicData uri="http://schemas.openxmlformats.org/drawingml/2006/table">
            <a:tbl>
              <a:tblPr/>
              <a:tblGrid>
                <a:gridCol w="1051560"/>
                <a:gridCol w="4892040"/>
                <a:gridCol w="164592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3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Inscription / authentification JWT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Center Coupe du Monde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 et filtrage des établissements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Wizard de réservation multi-étapes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Paiement en ligne Stripe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Recommandations (proximité + affluence)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Prédiction d'occupation (IA)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 /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business, occupation, check-in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Modération, analytics, compétitions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0" y="1298448"/>
            <a:ext cx="3154680" cy="49377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13648" y="14630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PROJET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13648" y="182880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13648" y="208483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Fans, propriétaires de cafés, administrateurs.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13648" y="265176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Qualité UI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13648" y="290779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Clarté, simplicité, design sombre.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13648" y="347472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Durée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13648" y="373075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mois (avril → juillet 2026).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13648" y="42976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13648" y="455371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open source / freemium, Stripe test.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613648" y="512064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613648" y="537667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Docker, Flyway, Swagger, HTTPS prod.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  ·  MÉTHODE DE MISE EN ŒUVRE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Scrum adapté à un PFE solo.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5727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backlog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 priorisé : auth, matchs, cafés, booking, IA.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3484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5727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1920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2 semaines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24231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démontrable : une vertical slice à chaque revue.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58200" y="15727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58200" y="1920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implicite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58200" y="24231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 bord + Git ; points avec encadrants.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39044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251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review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47548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: Match Center, wizard, Owner, prédiction.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3484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39044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4251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Rétrospective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63440" y="47548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Ajuster le backlog (Stripe, Flyway, FanBot).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2960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58200" y="39044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58200" y="4251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Incrément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458200" y="47548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sprint livre du logiciel utilisable.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  ·  ANALYSE ET CONCEPTION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Diagramme de cas d'utilisation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pic>
        <p:nvPicPr>
          <p:cNvPr id="7" name="Image 0" descr="Cas d'utilisation FanConn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5852160" cy="43454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66560" y="1325880"/>
            <a:ext cx="4754880" cy="48920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95160" y="150876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NOMINAL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040880" y="1965960"/>
            <a:ext cx="347472" cy="347472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11" name="Text 8"/>
          <p:cNvSpPr/>
          <p:nvPr/>
        </p:nvSpPr>
        <p:spPr>
          <a:xfrm>
            <a:off x="704088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43800" y="1920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fan se connecte (JWT).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040880" y="2606040"/>
            <a:ext cx="347472" cy="347472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14" name="Text 11"/>
          <p:cNvSpPr/>
          <p:nvPr/>
        </p:nvSpPr>
        <p:spPr>
          <a:xfrm>
            <a:off x="704088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543800" y="2560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choisit un match dans le Match Center.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040880" y="3246120"/>
            <a:ext cx="347472" cy="347472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17" name="Text 14"/>
          <p:cNvSpPr/>
          <p:nvPr/>
        </p:nvSpPr>
        <p:spPr>
          <a:xfrm>
            <a:off x="7040880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543800" y="3200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recommande des cafés (distance + IA).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040880" y="3886200"/>
            <a:ext cx="347472" cy="347472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20" name="Text 17"/>
          <p:cNvSpPr/>
          <p:nvPr/>
        </p:nvSpPr>
        <p:spPr>
          <a:xfrm>
            <a:off x="704088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543800" y="3840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: lieu, date, espace, table.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040880" y="4526280"/>
            <a:ext cx="347472" cy="347472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23" name="Text 20"/>
          <p:cNvSpPr/>
          <p:nvPr/>
        </p:nvSpPr>
        <p:spPr>
          <a:xfrm>
            <a:off x="7040880" y="4526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543800" y="4480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Stripe → ticket QR.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040880" y="5166360"/>
            <a:ext cx="347472" cy="347472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26" name="Text 23"/>
          <p:cNvSpPr/>
          <p:nvPr/>
        </p:nvSpPr>
        <p:spPr>
          <a:xfrm>
            <a:off x="7040880" y="5166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543800" y="5120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L'owner fait le check-in le jour J.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6–8  ·  CLASSES ET BASE DE DONNÉES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fan réserve une table pour un match.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pic>
        <p:nvPicPr>
          <p:cNvPr id="7" name="Image 0" descr="Diagramme de clas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98448"/>
            <a:ext cx="5623560" cy="467041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0" y="1298448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766560" y="129844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869680" y="12984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/ OWNER / ADMIN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83680" y="2075688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766560" y="207568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869680" y="207568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Café, capacité, statut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583680" y="2852928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766560" y="28529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FootballMatch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869680" y="28529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Compétition, kickoff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83680" y="3630168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66560" y="36301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869680" y="36301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Statut, ticket QR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0" y="4407408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766560" y="44074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869680" y="44074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Stripe, commission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5184648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766560" y="518464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Occupancy*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869680" y="51846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+ snapshots IA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  ·  DIAGRAMMES DE SÉQUENCE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login au ticket QR.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Connexion et choix</a:t>
            </a:r>
            <a:endParaRPr lang="en-US" sz="1300" dirty="0"/>
          </a:p>
        </p:txBody>
      </p:sp>
      <p:pic>
        <p:nvPicPr>
          <p:cNvPr id="8" name="Image 0" descr="Séquenc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5486400" cy="39910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46520" y="1280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Réservation, paiement, ticket</a:t>
            </a:r>
            <a:endParaRPr lang="en-US" sz="1300" dirty="0"/>
          </a:p>
        </p:txBody>
      </p:sp>
      <p:pic>
        <p:nvPicPr>
          <p:cNvPr id="10" name="Image 1" descr="Séquenc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00200"/>
            <a:ext cx="419414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  ·  ARCHITECTURE N-TIERS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3-tiers + microservice IA.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53312"/>
            <a:ext cx="6675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353312"/>
            <a:ext cx="128016" cy="1115568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4904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Présentation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8288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·  Vite  ·  Tailwind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fan / owner / admin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587752"/>
            <a:ext cx="6675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87752"/>
            <a:ext cx="128016" cy="1115568"/>
          </a:xfrm>
          <a:prstGeom prst="rect">
            <a:avLst/>
          </a:prstGeom>
          <a:solidFill>
            <a:srgbClr val="2C4A2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72491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0632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 ·  Java 21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REST, JWT, JPA, OpenAPI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6675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822192"/>
            <a:ext cx="128016" cy="1115568"/>
          </a:xfrm>
          <a:prstGeom prst="rect">
            <a:avLst/>
          </a:prstGeom>
          <a:solidFill>
            <a:srgbClr val="1B242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95935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Données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42976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 ·  Flyway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matchs, bookings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543800" y="1353312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3B5D3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0" y="15361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80" kern="0" dirty="0">
                <a:solidFill>
                  <a:srgbClr val="7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192024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Python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 /train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43800" y="3858768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0" y="40233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8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438912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(paiement PCI)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/ HTTPS en prod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  ·  CHOIX ET DIAGNOSTIC DES OUTILS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open source, niveau entreprise.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C:\Users\admin\Desktop\doc site\FanConnect-2030\docs\rapport\tech-icons\spring-bo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627632"/>
            <a:ext cx="822960" cy="82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5420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Boot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robuste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926080" y="137160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C:\Users\admin\Desktop\doc site\FanConnect-2030\docs\rapport\tech-icons\re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627632"/>
            <a:ext cx="822960" cy="8229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17520" y="25420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18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017520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interfaces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212080" y="137160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C:\Users\admin\Desktop\doc site\FanConnect-2030\docs\rapport\tech-icons\v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627632"/>
            <a:ext cx="822960" cy="8229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03520" y="25420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303520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frontend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498080" y="137160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C:\Users\admin\Desktop\doc site\FanConnect-2030\docs\rapport\tech-icons\postgresq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1627632"/>
            <a:ext cx="822960" cy="8229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89520" y="25420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589520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SGBDR + Flyway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9784080" y="137160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4" descr="C:\Users\admin\Desktop\doc site\FanConnect-2030\docs\rapport\tech-icons\pyth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448" y="1627632"/>
            <a:ext cx="822960" cy="8229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875520" y="25420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9875520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ML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640080" y="374904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8" name="Image 5" descr="C:\Users\admin\Desktop\doc site\FanConnect-2030\docs\rapport\tech-icons\fastap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8448" y="4005072"/>
            <a:ext cx="822960" cy="8229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31520" y="49194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731520" y="5303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IA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2926080" y="374904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32" name="Image 6" descr="C:\Users\admin\Desktop\doc site\FanConnect-2030\docs\rapport\tech-icons\strip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4005072"/>
            <a:ext cx="822960" cy="8229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017520" y="49194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Stripe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3017520" y="5303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test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5212080" y="374904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36" name="Image 7" descr="C:\Users\admin\Desktop\doc site\FanConnect-2030\docs\rapport\tech-icons\jw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0448" y="4005072"/>
            <a:ext cx="822960" cy="82296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303520" y="49194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</a:t>
            </a:r>
            <a:endParaRPr lang="en-US" sz="1400" dirty="0"/>
          </a:p>
        </p:txBody>
      </p:sp>
      <p:sp>
        <p:nvSpPr>
          <p:cNvPr id="38" name="Text 28"/>
          <p:cNvSpPr/>
          <p:nvPr/>
        </p:nvSpPr>
        <p:spPr>
          <a:xfrm>
            <a:off x="5303520" y="5303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stateless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7498080" y="374904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40" name="Image 8" descr="C:\Users\admin\Desktop\doc site\FanConnect-2030\docs\rapport\tech-icons\dock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6448" y="4005072"/>
            <a:ext cx="822960" cy="82296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589520" y="49194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</a:t>
            </a:r>
            <a:endParaRPr lang="en-US" sz="1400" dirty="0"/>
          </a:p>
        </p:txBody>
      </p:sp>
      <p:sp>
        <p:nvSpPr>
          <p:cNvPr id="42" name="Text 31"/>
          <p:cNvSpPr/>
          <p:nvPr/>
        </p:nvSpPr>
        <p:spPr>
          <a:xfrm>
            <a:off x="7589520" y="5303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</a:t>
            </a:r>
            <a:endParaRPr lang="en-US" sz="1200" dirty="0"/>
          </a:p>
        </p:txBody>
      </p:sp>
      <p:sp>
        <p:nvSpPr>
          <p:cNvPr id="43" name="Shape 32"/>
          <p:cNvSpPr/>
          <p:nvPr/>
        </p:nvSpPr>
        <p:spPr>
          <a:xfrm>
            <a:off x="9784080" y="374904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44" name="Image 9" descr="C:\Users\admin\Desktop\doc site\FanConnect-2030\docs\rapport\tech-icons\swagg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2448" y="4005072"/>
            <a:ext cx="822960" cy="82296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9875520" y="49194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OpenAPI</a:t>
            </a:r>
            <a:endParaRPr lang="en-US" sz="1400" dirty="0"/>
          </a:p>
        </p:txBody>
      </p:sp>
      <p:sp>
        <p:nvSpPr>
          <p:cNvPr id="46" name="Text 34"/>
          <p:cNvSpPr/>
          <p:nvPr/>
        </p:nvSpPr>
        <p:spPr>
          <a:xfrm>
            <a:off x="9875520" y="5303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interactive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9  ·  DÉVELOPPEMENT APPLICATIF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Parcours fan : découvrir, réserver.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pic>
        <p:nvPicPr>
          <p:cNvPr id="7" name="Image 0" descr="C:\Users\admin\Desktop\doc site\FanConnect-2030\docs\rapport\ppt-assets\01-accueil-hero_16x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298448"/>
            <a:ext cx="5440680" cy="1783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13639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— proposition de valeur</a:t>
            </a:r>
            <a:endParaRPr lang="en-US" sz="1200" dirty="0"/>
          </a:p>
        </p:txBody>
      </p:sp>
      <p:pic>
        <p:nvPicPr>
          <p:cNvPr id="9" name="Image 1" descr="C:\Users\admin\Desktop\doc site\FanConnect-2030\docs\rapport\ppt-assets\03-liste-cafes_16x9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298448"/>
            <a:ext cx="5440680" cy="1783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09360" y="313639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Lieux géolocalisés</a:t>
            </a:r>
            <a:endParaRPr lang="en-US" sz="1200" dirty="0"/>
          </a:p>
        </p:txBody>
      </p:sp>
      <p:pic>
        <p:nvPicPr>
          <p:cNvPr id="11" name="Image 2" descr="C:\Users\admin\Desktop\doc site\FanConnect-2030\docs\rapport\ppt-assets\10-cafe-details-occupation_16x9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" y="3813048"/>
            <a:ext cx="5440680" cy="1783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" y="565099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café + occupation</a:t>
            </a:r>
            <a:endParaRPr lang="en-US" sz="1200" dirty="0"/>
          </a:p>
        </p:txBody>
      </p:sp>
      <p:pic>
        <p:nvPicPr>
          <p:cNvPr id="13" name="Image 3" descr="C:\Users\admin\Desktop\doc site\FanConnect-2030\docs\rapport\ppt-assets\08-booking-wizard_16x9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09360" y="3813048"/>
            <a:ext cx="5440680" cy="17830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09360" y="565099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8 étapes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9  ·  TABLEAUX DE BORD ET PAIEMENT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Owner, admin, encaissement Stripe.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pic>
        <p:nvPicPr>
          <p:cNvPr id="7" name="Image 0" descr="C:\Users\admin\Desktop\doc site\FanConnect-2030\docs\rapport\ppt-assets\09-owner-dashboard_16x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71600"/>
            <a:ext cx="3611880" cy="20316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13011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propriétaire</a:t>
            </a:r>
            <a:endParaRPr lang="en-US" sz="1300" dirty="0"/>
          </a:p>
        </p:txBody>
      </p:sp>
      <p:pic>
        <p:nvPicPr>
          <p:cNvPr id="9" name="Image 1" descr="C:\Users\admin\Desktop\doc site\FanConnect-2030\docs\rapport\ppt-assets\05-admin-dashboard_16x9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4840" y="1371600"/>
            <a:ext cx="3611880" cy="20316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34840" y="3513011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analytics &amp; validation</a:t>
            </a:r>
            <a:endParaRPr lang="en-US" sz="1300" dirty="0"/>
          </a:p>
        </p:txBody>
      </p:sp>
      <p:pic>
        <p:nvPicPr>
          <p:cNvPr id="11" name="Image 2" descr="C:\Users\admin\Desktop\doc site\FanConnect-2030\docs\rapport\ppt-assets\12-paiement-stripe_16x9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9600" y="1371600"/>
            <a:ext cx="3611880" cy="20316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0" y="3513011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— paiement et billet QR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" y="4160520"/>
            <a:ext cx="10911535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960120" y="43159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le développement couvre réellement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960120" y="475488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React par rôle  ·  opérations métier (booking, check-in, validation)  ·  persistance PostgreSQL  ·  états (PENDING → PAID)  ·  aide à la décision (occupation, analytics, recommandations).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9  ·  IA, CHATBOT, AUTOMATISATION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L'intelligence n'est pas un gadget.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53312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/ modèle 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199339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FastAPI. Random Forest sur occupation courante, historique, horizon avant kickoff, fraîcheur du report owner. Sorties : 1 h, 2 h, coup d'envoi + niveau de risque.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353312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5392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FanBot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65392" y="199339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conversationnel pour guider la recherche de lieu (intentions : match, café, réservation). Fallback déterministe si l'API LLM est indisponible.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685032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Recommandation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432511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 5 → 10 → 20 km, score distance × occupation. Codes métier (ex. CLOSEST_LOW_CROWD) exposés au frontend.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3685032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65392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/ ETL métier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65392" y="432511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d'occupation, seed de matchs démo, features versionnées. Le backend orchestre ; l'IA ne voit que des vecteurs.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10  ·  MISE EN PLACE ET TESTS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Installer, configurer, vérifier.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554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Environnement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+ PostgreSQL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017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/ Maven, Node 20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840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: dev, docker, test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6634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dans .env, jamais commités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3B5D3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554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Déploiement local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21945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scripts/start-backend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63440" y="3017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: npm run dev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63440" y="3840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ai-service FastAPI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46634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: /api/swagger-ui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58200" y="1554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58200" y="21945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Spring (auth, match, FanBot)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58200" y="3017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DTO @Valid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58200" y="3840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fan / owner / admin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58200" y="46634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en mode test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11  ·  MANUEL D'UTILISATION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Rôles, privilèges, formation.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53312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536192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3B5D3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5361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0116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login, Match Center, Places, wizard, paiement, notifications, ticket QR.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34840" y="1353312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536192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3B5D3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5361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0116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business, documents de vérification, occupation live, check-in, revenus.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0" y="1353312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1536192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3B5D3A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15361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58200" y="20116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Approuver les cafés, users, compétitions, analytics globaux, paiements.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10911535" cy="2194560"/>
          </a:xfrm>
          <a:prstGeom prst="roundRect">
            <a:avLst>
              <a:gd name="adj" fmla="val 3333"/>
            </a:avLst>
          </a:prstGeom>
          <a:solidFill>
            <a:srgbClr val="2C4A2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5840" y="41879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80" kern="0" dirty="0">
                <a:solidFill>
                  <a:srgbClr val="7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DOCUMENTAIRES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572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PFE  ·  GUIDE_REPRISE_PROJET  ·  README + scripts de lancement  ·  Swagger  ·  comptes de démonstration (Fan / Owner / Admin) pour former un opérateur en quelques minutes.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C4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7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42316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Cinq règles de développement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projets IT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Appliquées concrètement à FanConnect 2030 — pas un catalogue théorique.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 ·  RÈGLES APPLIQUÉES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cinq règles, dans le code.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1091153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325880"/>
            <a:ext cx="109728" cy="841248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2588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26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14173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Dynamiser le cycle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Docker Compose, profils Spring, scripts start-*. Dev → test → run en boucle courte.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258568"/>
            <a:ext cx="1091153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258568"/>
            <a:ext cx="109728" cy="841248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258568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26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235000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Ouvert et innovant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2350008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documentée, stack open source, UI web responsive, prêt mobile / partenaires.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191256"/>
            <a:ext cx="1091153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191256"/>
            <a:ext cx="109728" cy="841248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191256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26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91640" y="328269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Automatiser en agile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3282696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de réservation, check-in QR, snapshots d'occupation, seed de matchs, FanBot.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123944"/>
            <a:ext cx="1091153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123944"/>
            <a:ext cx="109728" cy="841248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123944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26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91640" y="421538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Découper en parties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4215384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backend / ai-service. Pas un monolithe unique : contrat HTTP entre services.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5056632"/>
            <a:ext cx="1091153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5056632"/>
            <a:ext cx="109728" cy="841248"/>
          </a:xfrm>
          <a:prstGeom prst="rect">
            <a:avLst/>
          </a:prstGeom>
          <a:solidFill>
            <a:srgbClr val="C26A33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5056632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26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91640" y="514807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37760" y="5148072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Random Forest, recos géolocalisées, Match Center CDM, paiement Stripe, ticket QR.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ET PERSPECTIVES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PFE livré, un socle pour 2030.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3B5D3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554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Réalisé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full-stack démontrable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rôles, paiement, ticket QR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319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d'occupation + recos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8006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Swagger, rapport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554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Apports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21945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n-tiers réelle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63440" y="3063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JWT / Stripe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63440" y="39319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dans un produit métier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48006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IGA appliquée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58200" y="1554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Perspectives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58200" y="21945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FanBot conversationnel enrichi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58200" y="3063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native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58200" y="39319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réelles + suivi MAE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58200" y="48006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matchs / occupation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6A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Questions, remarques, démonstration.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5029200" cy="0"/>
          </a:xfrm>
          <a:prstGeom prst="line">
            <a:avLst/>
          </a:prstGeom>
          <a:noFill/>
          <a:ln w="9525">
            <a:solidFill>
              <a:srgbClr val="2A35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023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·  PFE 5DLTI  ·  IGA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académique : M. Bouchib Riyami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Organisme : GM-Soft  ·  Année 2025 /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FanConnect 2030 — Présentation PFE</dc:title>
  <dc:subject>Projet de Fin d'Études 2025/2026</dc:subject>
  <dc:creator>Stagiaire 5DLTI — IGA</dc:creator>
  <cp:lastModifiedBy>Stagiaire 5DLTI — IGA</cp:lastModifiedBy>
  <cp:revision>1</cp:revision>
  <dcterms:created xsi:type="dcterms:W3CDTF">2026-09-09T09:32:30Z</dcterms:created>
  <dcterms:modified xsi:type="dcterms:W3CDTF">2026-09-09T09:32:30Z</dcterms:modified>
</cp:coreProperties>
</file>